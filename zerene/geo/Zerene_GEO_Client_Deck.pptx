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Zerene GEO — Share of Voice &amp; AI Search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965A"/>
                </a:solidFill>
                <a:latin typeface="Calibri"/>
              </a:defRPr>
            </a:pPr>
            <a:r>
              <a:t>Saudi Market (KSA) | B2B Luxury Spatial Aromatherapy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Calibri"/>
              </a:defRPr>
            </a:pPr>
            <a:r>
              <a:t>September 2026 | 15-Minute Client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Zerene GEO: What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965A"/>
                </a:solidFill>
                <a:latin typeface="Calibri"/>
              </a:defRPr>
            </a:pPr>
            <a:r>
              <a:t>Strong brand DNA — Weak AI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Zerene has exceptional cultural alignment: Wajaha, Sukun, Karam pillars + Grasse, France sourcing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But AI engines (Perplexity, ChatGPT, Google AI Overviews) don't recommend Zerene for category queries in KSA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AI crawlers treat Zerene as a brand mention (when asked directly), not a category answer (when users search for 'luxury diffusers in Saudi Arabia')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Result: Competitors win discovery — Zerene only wins when already named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GEO Ranking (Sep 4,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Tracked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Zerene Mentions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Competitors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KSA Category Intent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Jo Malone, Diptyque, Dr. Vranjes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Executive Gifting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Bateel, Wah Gifts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UAE Category Intent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Lush, Dr. Vranjes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 Direct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#1 RANK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Problem-Solution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Dr. Vranjes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 (20%)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  <a:latin typeface="Calibri"/>
              </a:defRPr>
            </a:pPr>
            <a:r>
              <a:t>Key Insight: AI only knows Zerene when asked directly. For discovery queries, competitors win.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Measuring GEO Rank &amp; SOV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Zerene Current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 Rank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 in AI-generated answers across Perplexity, ChatGPT, Google AI Overviews, Claude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 direct: #1</a:t>
                      </a:r>
                    </a:p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Category: N/A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#1 across all categories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SOV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 mentions / Total mentions in category prompts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20% (3/15)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60%+ within 6 months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Qualitative tone of AI responses when Zerene is mentioned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Positive (4.6/5 Trustpilot cited)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Positive + surfaced for discovery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965A"/>
                </a:solidFill>
                <a:latin typeface="Calibri"/>
              </a:defRPr>
            </a:pPr>
            <a:r>
              <a:t>Tracking Method: Weekly Perplexity audit across 15 prompts (English + Arabic, KSA/UAE/GCC)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We've Achieved (Last 6 Months)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Achievement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 blogs published with 100% visual Q&amp;A accordions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Cultural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Arabic/Saudi cultural theme coverage (Karam, Wajaha, Sukun)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Strong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Ranks #1 on brand-direct queries (Perplexity)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On Track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GEO audit across 40 blogs + B2B intent framework built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JSON-LD schema gaps identified &amp; fix documented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⚠️ Pending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Current Gaps — What's Holding Us Back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0/40 blogs have JSON-LD schema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Blocking — AI can't extract facts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0/40 blogs mention pricing in SAR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KSA AI deprioritizes non-SAR stores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0/40 blogs state product specs (200ml, 4-6 months)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can't confirm product details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B2B landing pages (/corporate-gifting, /hospitality)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B2B queries go to competitors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explicit delivery timelines for KSA cities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can't answer 'delivers to Riyadh?'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5A5A"/>
                </a:solidFill>
                <a:latin typeface="Calibri"/>
              </a:defRPr>
            </a:pPr>
            <a:r>
              <a:t>"AI crawlers read your blog but cannot find prices, sizes, or shipping — they recommend competitors who list clear specs."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Improvement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Expected Impact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Inject JSON-LD schema (Organization, Brand, Product, FAQPage)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Unblocks AI fact extraction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 1-2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Enable SAR currency via Shopify Markets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KSA AI recommendations increase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1-2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3 B2B landing pages with pricing/MOQ/logistics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Capture B2B discovery queries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1-2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Publish 3 GEO-hook articles targeting missing categories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Close KSA/Gifting/Solution gaps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3-6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Pitch Zerene to Savoir Flair, Vogue Arabia, GQ Middle East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off-site citations for AI validation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Weekly Perplexity tracking → measure SoV growth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Data-driven optimization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to Rank in GEO — The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5A"/>
                </a:solidFill>
                <a:latin typeface="Calibri"/>
              </a:defRPr>
            </a:pPr>
            <a:r>
              <a:t>Entity Clustering: Every page must co-occur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[Target Audience] + [Use-Case Intent] + [Product Spec/Safety] + [Regional Location]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  <a:latin typeface="Calibri"/>
              </a:defRPr>
            </a:pPr>
            <a:r>
              <a:t>Example: 'VIP Corporate Clients' + 'Ramadan Gifting' + '200ml Alcohol-Free Oud Spray' + 'Riyadh, KSA'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8965A"/>
                </a:solidFill>
                <a:latin typeface="Calibri"/>
              </a:defRPr>
            </a:pPr>
            <a:r>
              <a:t>Q&amp;A Format for AI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H2 header = exact user prompt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First 40 words = standalone factual summary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Data table = Price, MOQ, Longevity, Fulfillment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FAQ accordion = 3-5 procurement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Off-Site Signals — 'Good SEO is Good GEO'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AI reads what others say about you — not just your site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80% of success = standard SEO (crawlable pages, clear architecture, helpful content)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20% shift = off-site organic signals (industry mentions, podcasts, YouTube, community discussions)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GCC Publications to Pitch: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Savoir Flair Arabia | GQ Middle East | Architectural Digest Middle East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Vogue Arabia | Harper's Bazaar Arabia | What's On Dubai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Goal: Get Zerene included in 'Best Luxury Home Scents' roundups → AI cites zerene.com as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SoV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Target SoV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  <a:latin typeface="Calibri"/>
                        </a:defRPr>
                      </a:pPr>
                      <a:r>
                        <a:t>Key Milestone</a:t>
                      </a:r>
                    </a:p>
                  </a:txBody>
                  <a:tcPr>
                    <a:solidFill>
                      <a:srgbClr val="C8965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 2026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3/15 prompts (baseline)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Oct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KSA category intent: 1+ mention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Nov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Executive gifting: 1+ mention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Problem-solution: 1+ mention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Jan 2027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Multi-category presence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Feb 2027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70%+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 leader in KSA luxury scenting</a:t>
                      </a:r>
                    </a:p>
                  </a:txBody>
                  <a:tcPr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C8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Appendix — Quick Data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5A"/>
                </a:solidFill>
                <a:latin typeface="Calibri"/>
              </a:defRPr>
            </a:pPr>
            <a:r>
              <a:t>Competitors AI Recommends: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KSA Luxury Diffusers: Jo Malone, Diptyque, Dr. Vranjes, Acqua di Parma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Executive Gifting: Bateel, Mubkhar, Floward B2B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Problem-Solution: Dr. Vranjes Leather Oud, Golden 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Zerene Differentiators: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Only brand: Grasse sourcing + Saudi pillars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Alcohol-free, non-toxic formulations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B2B infrastructure: VAT invoicing, MOQ, co-branding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2-4 day delivery across KSA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77"/>
                </a:solidFill>
                <a:latin typeface="Calibri"/>
              </a:defRPr>
            </a:pPr>
            <a:r>
              <a:t>15 Prompts Tracked: KSA_01-04 | GIFT_01-03 | UAE_01-02 | BRAND_01-03 | SOL_01-03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  <a:latin typeface="Calibri"/>
              </a:defRPr>
            </a:pPr>
            <a:r>
              <a:t>Sources: GEO Monitoring Report (Sep 4) | 40 Blog Audit (Aug 28) | GEO Status Report (Sep 2026) | Keyword Brief for Copywriter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